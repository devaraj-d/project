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26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47242"/>
            <a:ext cx="64441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Founder: M. Selvanayagi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9618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b="1" kern="0" spc="-10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Startup: ZeroPet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5603319"/>
            <a:ext cx="985337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Revolutionizing Clean Water Access with Sustainable Solutions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93790" y="63687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Stage: idea stage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7063264"/>
            <a:ext cx="90670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Focus: Sustainability, clean water access, and plastic waste reduction</a:t>
            </a:r>
            <a:endParaRPr lang="en-US" sz="2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A47899-0C1F-69EB-7067-8B3F4A694152}"/>
              </a:ext>
            </a:extLst>
          </p:cNvPr>
          <p:cNvSpPr/>
          <p:nvPr/>
        </p:nvSpPr>
        <p:spPr>
          <a:xfrm>
            <a:off x="12857357" y="7705493"/>
            <a:ext cx="1650380" cy="4571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2898"/>
            <a:ext cx="547342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 / Area of Waste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21618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problem/need?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6040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Plastic pollution from single-use water bottles.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0462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reliable access to clean drinking water.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4884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is it important?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9306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Plastic waste harms ecosystems, wildlife, and human health.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3728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 clean water is essential for health and prevents waterborne diseases.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8150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issue impacts environmental sustainability and public well-being.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2572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it concern?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6994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Underserved communities without proper water infrastructure.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14160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Environmentally conscious consumers.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5837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global population affected by pollution and water scarcity.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14D9D8-917E-AF79-CCA9-C477A03F3B6F}"/>
              </a:ext>
            </a:extLst>
          </p:cNvPr>
          <p:cNvSpPr/>
          <p:nvPr/>
        </p:nvSpPr>
        <p:spPr>
          <a:xfrm>
            <a:off x="12857357" y="7705493"/>
            <a:ext cx="1650380" cy="4571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394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Solution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9828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will you address the need/pain?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60092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providing eco-friendly, reusable water containers, biodegradable packaging, and advanced water purification systems to reduce plastic waste and ensure clean water access.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5818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Product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999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Reusable, durable containers and biodegradable packaging.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421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water purification technology for safe drinking water.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601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of Waste Raw Material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8782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Level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Agricultural by-products for packaging.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3204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Level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Collaboration with regional recycling facilities.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76263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Level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Scalable access to renewable raw materials.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227B65-95C8-5D49-6E97-112471F03A17}"/>
              </a:ext>
            </a:extLst>
          </p:cNvPr>
          <p:cNvSpPr/>
          <p:nvPr/>
        </p:nvSpPr>
        <p:spPr>
          <a:xfrm>
            <a:off x="12857357" y="7705493"/>
            <a:ext cx="1650380" cy="4571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394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Solution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9828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Used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6009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water filtration systems ensuring clean, safe drinking water.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0431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Biodegradable packaging and reusable container production for eco-friendly solutions.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6611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Novelty/Feasibility/Intellectual Property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792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Novelty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Integration of plastic-free, sustainable practices with cutting-edge water purification.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7214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Feasibility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Solutions are scalable and affordable for both urban and rural settings.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1636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Intellectual Property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Potential for patents related to biodegradable packaging and innovative water treatment methods.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7816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Differentiation Based on Unique Feature/USP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39972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ZeroPet stands out by combining high-quality, plastic-free water solutions with affordability and sustainability. This unique blend helps ensure a cleaner environment and provides accessible water solutions to communities.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BCCF0D-A03E-6BBF-5986-47E6CE7F1220}"/>
              </a:ext>
            </a:extLst>
          </p:cNvPr>
          <p:cNvSpPr/>
          <p:nvPr/>
        </p:nvSpPr>
        <p:spPr>
          <a:xfrm>
            <a:off x="12857357" y="7705493"/>
            <a:ext cx="1650380" cy="4571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8839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Market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32673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Segment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Eco-conscious consumers, urban households, and underserved communities.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0951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Market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Areas facing water scarcity and consumers prioritizing sustainability.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517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 (STP)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Affordable, high-quality, eco-friendly water solutions.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939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Size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Large, with growing demand for sustainable products.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361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Will Buy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Households, NGOs, government programs.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47830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Advantages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Unique combination of affordability, eco-friendliness, and high-quality water solutions.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F99592-95A6-4A45-EF8C-F6EF26E71603}"/>
              </a:ext>
            </a:extLst>
          </p:cNvPr>
          <p:cNvSpPr/>
          <p:nvPr/>
        </p:nvSpPr>
        <p:spPr>
          <a:xfrm>
            <a:off x="12857357" y="7705493"/>
            <a:ext cx="1650380" cy="4571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201"/>
            <a:ext cx="398037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Business/Revenue Model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7221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you plan to commercialize/sell your product?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3401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Sales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Through an online store and partnerships with eco-friendly retailers.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7823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Services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Offer plans for regular water refills and reusable container supplies.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4004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you plan to reach out to your customers?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0184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Marketing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Social media campaigns, email newsletters, and SEO-focused content.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4606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Engagement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Hosting events, workshops, and collaborating with NGOs.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0787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Strategies to grow the revenue collection cycle for the next 2 years: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6967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Distribution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Increase availability through strategic partnerships with retailers and distributors.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1389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Diversification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Introduce new eco-friendly water solutions and accessories.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5811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Awareness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Collaborate with influencers and sustainability advocates to increase visibility.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70233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Loyalty Programs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Implement customer retention strategies such as discounts for repeat customers and referrals.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3E7A9C-E1BD-BA72-C2C5-2C716254D4CD}"/>
              </a:ext>
            </a:extLst>
          </p:cNvPr>
          <p:cNvSpPr/>
          <p:nvPr/>
        </p:nvSpPr>
        <p:spPr>
          <a:xfrm>
            <a:off x="12857357" y="7705493"/>
            <a:ext cx="1650380" cy="4571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672" y="483751"/>
            <a:ext cx="2638544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b="1" kern="0" spc="-6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Financial Details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15672" y="1165265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Financial Status &amp; Investments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15672" y="1644491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Self-funded, with initial investments in research and development.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5672" y="1987391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Investments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Focused on technology for water purification and biodegradable packaging.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5672" y="2466618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of Production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5672" y="2945844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Economical production methods using local, renewable materials to keep costs low.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5672" y="3425071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Pricing Strategy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5672" y="3904297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pricing for affordability while maintaining sustainability.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5672" y="4383524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on Investment (ROI)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5672" y="4862751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ROI expected due to the scalability of the solution and increasing market demand for eco-friendly products.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5672" y="5341977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Division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5672" y="5821204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Budget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40% for brand awareness and customer engagement.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5672" y="6164104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Budget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40% for manufacturing and distribution.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5672" y="6507004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R&amp;D Budget</a:t>
            </a: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20% for continuous innovation and product improvement.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5672" y="6986230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Projections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5672" y="7465457"/>
            <a:ext cx="1339905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steady growth with expansion into new markets and product lines over the next two years.</a:t>
            </a:r>
            <a:endParaRPr lang="en-US" sz="13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F0592A-2F5F-DC5C-3A91-DDF1FADAC6F8}"/>
              </a:ext>
            </a:extLst>
          </p:cNvPr>
          <p:cNvSpPr/>
          <p:nvPr/>
        </p:nvSpPr>
        <p:spPr>
          <a:xfrm>
            <a:off x="12857357" y="7705493"/>
            <a:ext cx="1650380" cy="4571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614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Members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24250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04311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Selvanayagi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Strong background in sustainability and eco-friendly initiatives. Visionary leader driving ZeroPet's mission for clean water solutions.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482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Vishwanathan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Experienced in strategic management and operations, co-leading ZeroPet's growth and partnerships.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662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Mentors/Advisors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843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professionals with expertise in environmental science, water technology, and business development.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023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3204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Eco-conscious investors supporting sustainable practices and innovative solutions for a cleaner future.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235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Going Forward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25612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Milestones (Next 12 Months):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793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Q1-Q2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Launch initial water refill station locations and expand marketing campaigns.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215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Introduce new product lines, including more sustainable packaging options.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0637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Collaborate with NGOs for community outreach and begin building partnerships with larger retailers.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817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for Fund Utilization: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998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40% for campaigns and brand awareness.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7420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40% for infrastructure expansion and manufacturing.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1842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R&amp;D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20% for product development and technology improvements.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040EA3-C851-DCEE-E295-700950F09E9A}"/>
              </a:ext>
            </a:extLst>
          </p:cNvPr>
          <p:cNvSpPr/>
          <p:nvPr/>
        </p:nvSpPr>
        <p:spPr>
          <a:xfrm>
            <a:off x="12857357" y="7705493"/>
            <a:ext cx="1650380" cy="4571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6367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314" y="3582114"/>
            <a:ext cx="1989772" cy="198977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3787" y="6045994"/>
            <a:ext cx="5118973" cy="552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50"/>
              </a:lnSpc>
              <a:buNone/>
            </a:pPr>
            <a:r>
              <a:rPr lang="en-US" sz="3450" b="1" kern="0" spc="-10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Company Name: ZeroPet</a:t>
            </a:r>
            <a:endParaRPr lang="en-US" sz="3450" dirty="0"/>
          </a:p>
        </p:txBody>
      </p:sp>
      <p:sp>
        <p:nvSpPr>
          <p:cNvPr id="5" name="Text 1"/>
          <p:cNvSpPr/>
          <p:nvPr/>
        </p:nvSpPr>
        <p:spPr>
          <a:xfrm>
            <a:off x="773787" y="6930271"/>
            <a:ext cx="5527357" cy="690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50" b="1" kern="0" spc="-13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43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8CAC10-F301-C552-9A66-B70CF47D6948}"/>
              </a:ext>
            </a:extLst>
          </p:cNvPr>
          <p:cNvSpPr/>
          <p:nvPr/>
        </p:nvSpPr>
        <p:spPr>
          <a:xfrm>
            <a:off x="12857357" y="7705493"/>
            <a:ext cx="1650380" cy="4571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859</Words>
  <Application>Microsoft Office PowerPoint</Application>
  <PresentationFormat>Custom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Devaraj D</cp:lastModifiedBy>
  <cp:revision>2</cp:revision>
  <dcterms:created xsi:type="dcterms:W3CDTF">2024-12-10T09:50:30Z</dcterms:created>
  <dcterms:modified xsi:type="dcterms:W3CDTF">2024-12-10T09:54:43Z</dcterms:modified>
</cp:coreProperties>
</file>